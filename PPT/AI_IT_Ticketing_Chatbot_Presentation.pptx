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AI-Powered IT Ticketing Chatbot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Overview</a:t>
            </a:r>
          </a:p>
          <a:p/>
          <a:p>
            <a:r>
              <a:t>A chatbot that categorizes IT issues and provides troubleshooting steps or assigns tickets.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ticket handling is slow and inefficient.</a:t>
            </a:r>
          </a:p>
          <a:p>
            <a:r>
              <a:t>Users face delays in resolving basic IT issues.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IT support using chatbot.</a:t>
            </a:r>
          </a:p>
          <a:p>
            <a:r>
              <a:t>Provide instant solutions.</a:t>
            </a:r>
          </a:p>
          <a:p>
            <a:r>
              <a:t>Reduce workload on service desk teams.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(ChatterBot) or Dialogflow</a:t>
            </a:r>
          </a:p>
          <a:p>
            <a:r>
              <a:t>Basic NLP</a:t>
            </a:r>
          </a:p>
          <a:p>
            <a:r>
              <a:t>Optional: Flask for UI</a:t>
            </a:r>
          </a:p>
          <a:p>
            <a:r>
              <a:t>Database for ticket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 → NLP Processing → Intent Classification → Response/Assignment → Ticket Logging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Issue Categorization</a:t>
            </a:r>
          </a:p>
          <a:p>
            <a:r>
              <a:t>Auto Troubleshooting Suggestions</a:t>
            </a:r>
          </a:p>
          <a:p>
            <a:r>
              <a:t>Ticket Assignment</a:t>
            </a:r>
          </a:p>
          <a:p>
            <a:r>
              <a:t>Simple Conversation 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User: VPN not working</a:t>
            </a:r>
          </a:p>
          <a:p>
            <a:r>
              <a:t>Bot: Suggest steps or assign to network team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Requirement Gathering</a:t>
            </a:r>
          </a:p>
          <a:p>
            <a:r>
              <a:t>Design Flow</a:t>
            </a:r>
          </a:p>
          <a:p>
            <a:r>
              <a:t>Model Training</a:t>
            </a:r>
          </a:p>
          <a:p>
            <a:r>
              <a:t>Testing</a:t>
            </a:r>
          </a:p>
          <a:p>
            <a:r>
              <a:t>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Unit Testing</a:t>
            </a:r>
          </a:p>
          <a:p>
            <a:r>
              <a:t>User Testing</a:t>
            </a:r>
          </a:p>
          <a:p>
            <a:r>
              <a:t>Accuracy Check</a:t>
            </a:r>
          </a:p>
          <a:p>
            <a:r>
              <a:t>Feedback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resolution</a:t>
            </a:r>
          </a:p>
          <a:p>
            <a:r>
              <a:t>24/7 availability</a:t>
            </a:r>
          </a:p>
          <a:p>
            <a:r>
              <a:t>Reduced manual effort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improvements</a:t>
            </a:r>
          </a:p>
          <a:p>
            <a:r>
              <a:t>Voice support</a:t>
            </a:r>
          </a:p>
          <a:p>
            <a:r>
              <a:t>Integration with ServiceNow/JIRA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chatbot improves IT support efficiency and user satisfaction.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